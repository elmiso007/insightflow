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70" r:id="rId6"/>
    <p:sldId id="267" r:id="rId7"/>
    <p:sldId id="271" r:id="rId8"/>
    <p:sldId id="272" r:id="rId9"/>
    <p:sldId id="273" r:id="rId10"/>
    <p:sldId id="274" r:id="rId11"/>
    <p:sldId id="268" r:id="rId12"/>
    <p:sldId id="276" r:id="rId13"/>
    <p:sldId id="275" r:id="rId14"/>
    <p:sldId id="269" r:id="rId15"/>
  </p:sldIdLst>
  <p:sldSz cx="6858000" cy="9906000" type="A4"/>
  <p:notesSz cx="6858000" cy="9144000"/>
  <p:embeddedFontLst>
    <p:embeddedFont>
      <p:font typeface="RF Dewi 1" panose="020B0604020202020204" charset="0"/>
      <p:regular r:id="rId16"/>
    </p:embeddedFont>
    <p:embeddedFont>
      <p:font typeface="RF Dewi Expanded" panose="020B0604020202020204" charset="0"/>
      <p:regular r:id="rId17"/>
    </p:embeddedFont>
    <p:embeddedFont>
      <p:font typeface="RF Dewi Extended" panose="020B0604020202020204" charset="0"/>
      <p:regular r:id="rId18"/>
    </p:embeddedFont>
  </p:embeddedFontLst>
  <p:defaultTextStyle>
    <a:defPPr>
      <a:defRPr lang="en-US"/>
    </a:defPPr>
    <a:lvl1pPr marL="0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26819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536387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80458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072774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134096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1609161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1877355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2145548" algn="l" defTabSz="536387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1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431"/>
    <a:srgbClr val="EEEEEE"/>
    <a:srgbClr val="959FAC"/>
    <a:srgbClr val="02E5C2"/>
    <a:srgbClr val="00BCC7"/>
    <a:srgbClr val="0091C2"/>
    <a:srgbClr val="006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52" y="66"/>
      </p:cViewPr>
      <p:guideLst>
        <p:guide orient="horz" pos="2080"/>
        <p:guide pos="10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175" y="2051521"/>
            <a:ext cx="2914650" cy="14155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3742267"/>
            <a:ext cx="2400300" cy="168768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1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2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14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85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57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287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00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71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67" y="4243682"/>
            <a:ext cx="2914650" cy="1311628"/>
          </a:xfrm>
        </p:spPr>
        <p:txBody>
          <a:bodyPr anchor="t"/>
          <a:lstStyle>
            <a:lvl1pPr algn="l">
              <a:defRPr sz="1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867" y="2799058"/>
            <a:ext cx="2914650" cy="1444625"/>
          </a:xfrm>
        </p:spPr>
        <p:txBody>
          <a:bodyPr anchor="b"/>
          <a:lstStyle>
            <a:lvl1pPr marL="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1pPr>
            <a:lvl2pPr marL="17145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2pPr>
            <a:lvl3pPr marL="342917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14376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4pPr>
            <a:lvl5pPr marL="68583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5pPr>
            <a:lvl6pPr marL="857293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6pPr>
            <a:lvl7pPr marL="1028752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7pPr>
            <a:lvl8pPr marL="1200211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8pPr>
            <a:lvl9pPr marL="1371669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450" y="1540934"/>
            <a:ext cx="1514475" cy="4358335"/>
          </a:xfrm>
        </p:spPr>
        <p:txBody>
          <a:bodyPr/>
          <a:lstStyle>
            <a:lvl1pPr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43075" y="1540934"/>
            <a:ext cx="1514475" cy="4358335"/>
          </a:xfrm>
        </p:spPr>
        <p:txBody>
          <a:bodyPr/>
          <a:lstStyle>
            <a:lvl1pPr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451" y="1478258"/>
            <a:ext cx="1515070" cy="616067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8" indent="0">
              <a:buNone/>
              <a:defRPr sz="750" b="1"/>
            </a:lvl2pPr>
            <a:lvl3pPr marL="342917" indent="0">
              <a:buNone/>
              <a:defRPr sz="675" b="1"/>
            </a:lvl3pPr>
            <a:lvl4pPr marL="514376" indent="0">
              <a:buNone/>
              <a:defRPr sz="600" b="1"/>
            </a:lvl4pPr>
            <a:lvl5pPr marL="685835" indent="0">
              <a:buNone/>
              <a:defRPr sz="600" b="1"/>
            </a:lvl5pPr>
            <a:lvl6pPr marL="857293" indent="0">
              <a:buNone/>
              <a:defRPr sz="600" b="1"/>
            </a:lvl6pPr>
            <a:lvl7pPr marL="1028752" indent="0">
              <a:buNone/>
              <a:defRPr sz="600" b="1"/>
            </a:lvl7pPr>
            <a:lvl8pPr marL="1200211" indent="0">
              <a:buNone/>
              <a:defRPr sz="600" b="1"/>
            </a:lvl8pPr>
            <a:lvl9pPr marL="1371669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451" y="2094325"/>
            <a:ext cx="1515070" cy="3804944"/>
          </a:xfrm>
        </p:spPr>
        <p:txBody>
          <a:bodyPr/>
          <a:lstStyle>
            <a:lvl1pPr>
              <a:defRPr sz="900"/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41884" y="1478258"/>
            <a:ext cx="1515666" cy="616067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8" indent="0">
              <a:buNone/>
              <a:defRPr sz="750" b="1"/>
            </a:lvl2pPr>
            <a:lvl3pPr marL="342917" indent="0">
              <a:buNone/>
              <a:defRPr sz="675" b="1"/>
            </a:lvl3pPr>
            <a:lvl4pPr marL="514376" indent="0">
              <a:buNone/>
              <a:defRPr sz="600" b="1"/>
            </a:lvl4pPr>
            <a:lvl5pPr marL="685835" indent="0">
              <a:buNone/>
              <a:defRPr sz="600" b="1"/>
            </a:lvl5pPr>
            <a:lvl6pPr marL="857293" indent="0">
              <a:buNone/>
              <a:defRPr sz="600" b="1"/>
            </a:lvl6pPr>
            <a:lvl7pPr marL="1028752" indent="0">
              <a:buNone/>
              <a:defRPr sz="600" b="1"/>
            </a:lvl7pPr>
            <a:lvl8pPr marL="1200211" indent="0">
              <a:buNone/>
              <a:defRPr sz="600" b="1"/>
            </a:lvl8pPr>
            <a:lvl9pPr marL="1371669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41884" y="2094325"/>
            <a:ext cx="1515666" cy="3804944"/>
          </a:xfrm>
        </p:spPr>
        <p:txBody>
          <a:bodyPr/>
          <a:lstStyle>
            <a:lvl1pPr>
              <a:defRPr sz="900"/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1" y="262937"/>
            <a:ext cx="1128117" cy="1119011"/>
          </a:xfrm>
        </p:spPr>
        <p:txBody>
          <a:bodyPr anchor="b"/>
          <a:lstStyle>
            <a:lvl1pPr algn="l">
              <a:defRPr sz="7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0644" y="262939"/>
            <a:ext cx="1916907" cy="5636331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451" y="1381950"/>
            <a:ext cx="1128117" cy="4517319"/>
          </a:xfrm>
        </p:spPr>
        <p:txBody>
          <a:bodyPr/>
          <a:lstStyle>
            <a:lvl1pPr marL="0" indent="0">
              <a:buNone/>
              <a:defRPr sz="525"/>
            </a:lvl1pPr>
            <a:lvl2pPr marL="171458" indent="0">
              <a:buNone/>
              <a:defRPr sz="450"/>
            </a:lvl2pPr>
            <a:lvl3pPr marL="342917" indent="0">
              <a:buNone/>
              <a:defRPr sz="375"/>
            </a:lvl3pPr>
            <a:lvl4pPr marL="514376" indent="0">
              <a:buNone/>
              <a:defRPr sz="338"/>
            </a:lvl4pPr>
            <a:lvl5pPr marL="685835" indent="0">
              <a:buNone/>
              <a:defRPr sz="338"/>
            </a:lvl5pPr>
            <a:lvl6pPr marL="857293" indent="0">
              <a:buNone/>
              <a:defRPr sz="338"/>
            </a:lvl6pPr>
            <a:lvl7pPr marL="1028752" indent="0">
              <a:buNone/>
              <a:defRPr sz="338"/>
            </a:lvl7pPr>
            <a:lvl8pPr marL="1200211" indent="0">
              <a:buNone/>
              <a:defRPr sz="338"/>
            </a:lvl8pPr>
            <a:lvl9pPr marL="1371669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108" y="4622801"/>
            <a:ext cx="2057400" cy="545747"/>
          </a:xfrm>
        </p:spPr>
        <p:txBody>
          <a:bodyPr anchor="b"/>
          <a:lstStyle>
            <a:lvl1pPr algn="l">
              <a:defRPr sz="7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2108" y="590080"/>
            <a:ext cx="2057400" cy="3962400"/>
          </a:xfrm>
        </p:spPr>
        <p:txBody>
          <a:bodyPr/>
          <a:lstStyle>
            <a:lvl1pPr marL="0" indent="0">
              <a:buNone/>
              <a:defRPr sz="1200"/>
            </a:lvl1pPr>
            <a:lvl2pPr marL="171458" indent="0">
              <a:buNone/>
              <a:defRPr sz="1050"/>
            </a:lvl2pPr>
            <a:lvl3pPr marL="342917" indent="0">
              <a:buNone/>
              <a:defRPr sz="900"/>
            </a:lvl3pPr>
            <a:lvl4pPr marL="514376" indent="0">
              <a:buNone/>
              <a:defRPr sz="750"/>
            </a:lvl4pPr>
            <a:lvl5pPr marL="685835" indent="0">
              <a:buNone/>
              <a:defRPr sz="750"/>
            </a:lvl5pPr>
            <a:lvl6pPr marL="857293" indent="0">
              <a:buNone/>
              <a:defRPr sz="750"/>
            </a:lvl6pPr>
            <a:lvl7pPr marL="1028752" indent="0">
              <a:buNone/>
              <a:defRPr sz="750"/>
            </a:lvl7pPr>
            <a:lvl8pPr marL="1200211" indent="0">
              <a:buNone/>
              <a:defRPr sz="750"/>
            </a:lvl8pPr>
            <a:lvl9pPr marL="1371669" indent="0">
              <a:buNone/>
              <a:defRPr sz="7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108" y="5168548"/>
            <a:ext cx="2057400" cy="775053"/>
          </a:xfrm>
        </p:spPr>
        <p:txBody>
          <a:bodyPr/>
          <a:lstStyle>
            <a:lvl1pPr marL="0" indent="0">
              <a:buNone/>
              <a:defRPr sz="525"/>
            </a:lvl1pPr>
            <a:lvl2pPr marL="171458" indent="0">
              <a:buNone/>
              <a:defRPr sz="450"/>
            </a:lvl2pPr>
            <a:lvl3pPr marL="342917" indent="0">
              <a:buNone/>
              <a:defRPr sz="375"/>
            </a:lvl3pPr>
            <a:lvl4pPr marL="514376" indent="0">
              <a:buNone/>
              <a:defRPr sz="338"/>
            </a:lvl4pPr>
            <a:lvl5pPr marL="685835" indent="0">
              <a:buNone/>
              <a:defRPr sz="338"/>
            </a:lvl5pPr>
            <a:lvl6pPr marL="857293" indent="0">
              <a:buNone/>
              <a:defRPr sz="338"/>
            </a:lvl6pPr>
            <a:lvl7pPr marL="1028752" indent="0">
              <a:buNone/>
              <a:defRPr sz="338"/>
            </a:lvl7pPr>
            <a:lvl8pPr marL="1200211" indent="0">
              <a:buNone/>
              <a:defRPr sz="338"/>
            </a:lvl8pPr>
            <a:lvl9pPr marL="1371669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86025" y="264467"/>
            <a:ext cx="771525" cy="56348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450" y="264467"/>
            <a:ext cx="2257425" cy="563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450" y="264466"/>
            <a:ext cx="3086100" cy="1100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450" y="1540934"/>
            <a:ext cx="3086100" cy="4358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450" y="6120931"/>
            <a:ext cx="800100" cy="351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1575" y="6120931"/>
            <a:ext cx="1085850" cy="351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7450" y="6120931"/>
            <a:ext cx="800100" cy="351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17" rtl="0" eaLnBrk="1" latinLnBrk="0" hangingPunct="1"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94" indent="-128594" algn="l" defTabSz="342917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8620" indent="-107162" algn="l" defTabSz="342917" rtl="0" eaLnBrk="1" latinLnBrk="0" hangingPunct="1">
        <a:spcBef>
          <a:spcPct val="20000"/>
        </a:spcBef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428647" indent="-85730" algn="l" defTabSz="342917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00105" indent="-85730" algn="l" defTabSz="342917" rtl="0" eaLnBrk="1" latinLnBrk="0" hangingPunct="1">
        <a:spcBef>
          <a:spcPct val="20000"/>
        </a:spcBef>
        <a:buFont typeface="Arial" pitchFamily="34" charset="0"/>
        <a:buChar char="–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771564" indent="-85730" algn="l" defTabSz="342917" rtl="0" eaLnBrk="1" latinLnBrk="0" hangingPunct="1">
        <a:spcBef>
          <a:spcPct val="20000"/>
        </a:spcBef>
        <a:buFont typeface="Arial" pitchFamily="34" charset="0"/>
        <a:buChar char="»"/>
        <a:defRPr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943023" indent="-85730" algn="l" defTabSz="342917" rtl="0" eaLnBrk="1" latinLnBrk="0" hangingPunct="1">
        <a:spcBef>
          <a:spcPct val="20000"/>
        </a:spcBef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1114481" indent="-85730" algn="l" defTabSz="342917" rtl="0" eaLnBrk="1" latinLnBrk="0" hangingPunct="1">
        <a:spcBef>
          <a:spcPct val="20000"/>
        </a:spcBef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1285940" indent="-85730" algn="l" defTabSz="342917" rtl="0" eaLnBrk="1" latinLnBrk="0" hangingPunct="1">
        <a:spcBef>
          <a:spcPct val="20000"/>
        </a:spcBef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457399" indent="-85730" algn="l" defTabSz="342917" rtl="0" eaLnBrk="1" latinLnBrk="0" hangingPunct="1">
        <a:spcBef>
          <a:spcPct val="20000"/>
        </a:spcBef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8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17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76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35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93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52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211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69" algn="l" defTabSz="342917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24188"/>
            <a:ext cx="6858000" cy="385762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r="-20312"/>
            </a:stretch>
          </a:blipFill>
        </p:spPr>
        <p:txBody>
          <a:bodyPr/>
          <a:lstStyle/>
          <a:p>
            <a:endParaRPr lang="pt-BR" sz="396"/>
          </a:p>
        </p:txBody>
      </p:sp>
      <p:grpSp>
        <p:nvGrpSpPr>
          <p:cNvPr id="3" name="Group 3"/>
          <p:cNvGrpSpPr/>
          <p:nvPr/>
        </p:nvGrpSpPr>
        <p:grpSpPr>
          <a:xfrm>
            <a:off x="0" y="3024188"/>
            <a:ext cx="2091020" cy="3857625"/>
            <a:chOff x="0" y="0"/>
            <a:chExt cx="17183587" cy="31701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83587" cy="31701206"/>
            </a:xfrm>
            <a:custGeom>
              <a:avLst/>
              <a:gdLst/>
              <a:ahLst/>
              <a:cxnLst/>
              <a:rect l="l" t="t" r="r" b="b"/>
              <a:pathLst>
                <a:path w="17183587" h="31701206">
                  <a:moveTo>
                    <a:pt x="17059128" y="31701206"/>
                  </a:moveTo>
                  <a:lnTo>
                    <a:pt x="124460" y="31701206"/>
                  </a:lnTo>
                  <a:cubicBezTo>
                    <a:pt x="55880" y="31701206"/>
                    <a:pt x="0" y="31645324"/>
                    <a:pt x="0" y="3157674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059128" y="0"/>
                  </a:lnTo>
                  <a:cubicBezTo>
                    <a:pt x="17127708" y="0"/>
                    <a:pt x="17183587" y="55880"/>
                    <a:pt x="17183587" y="124460"/>
                  </a:cubicBezTo>
                  <a:lnTo>
                    <a:pt x="17183587" y="31576745"/>
                  </a:lnTo>
                  <a:cubicBezTo>
                    <a:pt x="17183587" y="31645324"/>
                    <a:pt x="17127708" y="31701206"/>
                    <a:pt x="17059128" y="31701206"/>
                  </a:cubicBezTo>
                  <a:close/>
                </a:path>
              </a:pathLst>
            </a:custGeom>
            <a:solidFill>
              <a:srgbClr val="011431"/>
            </a:solidFill>
          </p:spPr>
          <p:txBody>
            <a:bodyPr/>
            <a:lstStyle/>
            <a:p>
              <a:endParaRPr lang="pt-BR" sz="396"/>
            </a:p>
          </p:txBody>
        </p:sp>
      </p:grpSp>
      <p:sp>
        <p:nvSpPr>
          <p:cNvPr id="5" name="Freeform 5"/>
          <p:cNvSpPr/>
          <p:nvPr/>
        </p:nvSpPr>
        <p:spPr>
          <a:xfrm>
            <a:off x="-85491" y="3267102"/>
            <a:ext cx="2262002" cy="3371796"/>
          </a:xfrm>
          <a:custGeom>
            <a:avLst/>
            <a:gdLst/>
            <a:ahLst/>
            <a:cxnLst/>
            <a:rect l="l" t="t" r="r" b="b"/>
            <a:pathLst>
              <a:path w="6032004" h="8991456">
                <a:moveTo>
                  <a:pt x="0" y="0"/>
                </a:moveTo>
                <a:lnTo>
                  <a:pt x="6032004" y="0"/>
                </a:lnTo>
                <a:lnTo>
                  <a:pt x="6032004" y="8991456"/>
                </a:lnTo>
                <a:lnTo>
                  <a:pt x="0" y="8991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F17E-28ED-EA62-5D11-4C2D9917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9755209C-E22D-38B4-5622-531210199EE9}"/>
              </a:ext>
            </a:extLst>
          </p:cNvPr>
          <p:cNvSpPr/>
          <p:nvPr/>
        </p:nvSpPr>
        <p:spPr>
          <a:xfrm>
            <a:off x="3009298" y="4760400"/>
            <a:ext cx="839404" cy="385201"/>
          </a:xfrm>
          <a:custGeom>
            <a:avLst/>
            <a:gdLst/>
            <a:ahLst/>
            <a:cxnLst/>
            <a:rect l="l" t="t" r="r" b="b"/>
            <a:pathLst>
              <a:path w="2238410" h="1027201">
                <a:moveTo>
                  <a:pt x="0" y="0"/>
                </a:moveTo>
                <a:lnTo>
                  <a:pt x="2238410" y="0"/>
                </a:lnTo>
                <a:lnTo>
                  <a:pt x="2238410" y="1027202"/>
                </a:lnTo>
                <a:lnTo>
                  <a:pt x="0" y="1027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92" t="-19373" r="-11792" b="-19373"/>
            </a:stretch>
          </a:blipFill>
        </p:spPr>
        <p:txBody>
          <a:bodyPr/>
          <a:lstStyle/>
          <a:p>
            <a:endParaRPr lang="pt-BR" sz="396" dirty="0"/>
          </a:p>
        </p:txBody>
      </p:sp>
    </p:spTree>
    <p:extLst>
      <p:ext uri="{BB962C8B-B14F-4D97-AF65-F5344CB8AC3E}">
        <p14:creationId xmlns:p14="http://schemas.microsoft.com/office/powerpoint/2010/main" val="266393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46"/>
          <p:cNvSpPr/>
          <p:nvPr/>
        </p:nvSpPr>
        <p:spPr>
          <a:xfrm>
            <a:off x="3094931" y="4799697"/>
            <a:ext cx="668138" cy="306606"/>
          </a:xfrm>
          <a:custGeom>
            <a:avLst/>
            <a:gdLst/>
            <a:ahLst/>
            <a:cxnLst/>
            <a:rect l="l" t="t" r="r" b="b"/>
            <a:pathLst>
              <a:path w="1781700" h="817618">
                <a:moveTo>
                  <a:pt x="0" y="0"/>
                </a:moveTo>
                <a:lnTo>
                  <a:pt x="1781699" y="0"/>
                </a:lnTo>
                <a:lnTo>
                  <a:pt x="1781699" y="817618"/>
                </a:lnTo>
                <a:lnTo>
                  <a:pt x="0" y="81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12" b="-6112"/>
            </a:stretch>
          </a:blipFill>
        </p:spPr>
        <p:txBody>
          <a:bodyPr/>
          <a:lstStyle/>
          <a:p>
            <a:endParaRPr lang="pt-BR" sz="39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8D6A-467F-13B2-DC54-BF7F0191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E51C143B-64A7-6381-312D-0BBCCF04D7C5}"/>
              </a:ext>
            </a:extLst>
          </p:cNvPr>
          <p:cNvSpPr txBox="1"/>
          <p:nvPr/>
        </p:nvSpPr>
        <p:spPr>
          <a:xfrm>
            <a:off x="2489994" y="4207411"/>
            <a:ext cx="3690917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6"/>
              </a:lnSpc>
            </a:pPr>
            <a:r>
              <a:rPr lang="en-US" sz="4158" spc="-162" dirty="0">
                <a:solidFill>
                  <a:srgbClr val="8C96A5"/>
                </a:solidFill>
                <a:latin typeface="RF Dewi 1"/>
              </a:rPr>
              <a:t>Lorem ipsum dolor sit </a:t>
            </a:r>
            <a:r>
              <a:rPr lang="en-US" sz="4158" spc="-162" dirty="0" err="1">
                <a:solidFill>
                  <a:srgbClr val="8C96A5"/>
                </a:solidFill>
                <a:latin typeface="RF Dewi 1"/>
              </a:rPr>
              <a:t>amet</a:t>
            </a:r>
            <a:endParaRPr lang="en-US" sz="4158" spc="-162" dirty="0">
              <a:solidFill>
                <a:srgbClr val="8C96A5"/>
              </a:solidFill>
              <a:latin typeface="RF Dewi 1"/>
            </a:endParaRPr>
          </a:p>
          <a:p>
            <a:pPr>
              <a:lnSpc>
                <a:spcPts val="4366"/>
              </a:lnSpc>
            </a:pPr>
            <a:r>
              <a:rPr lang="en-US" sz="4158" spc="-165" dirty="0" err="1">
                <a:solidFill>
                  <a:srgbClr val="8C96A5"/>
                </a:solidFill>
                <a:latin typeface="RF Dewi Expanded"/>
              </a:rPr>
              <a:t>donec</a:t>
            </a:r>
            <a:r>
              <a:rPr lang="en-US" sz="4158" spc="-165" dirty="0">
                <a:solidFill>
                  <a:srgbClr val="8C96A5"/>
                </a:solidFill>
                <a:latin typeface="RF Dewi Expanded"/>
              </a:rPr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400668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67D0-BD3C-37E3-4E0D-051A8374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>
            <a:extLst>
              <a:ext uri="{FF2B5EF4-FFF2-40B4-BE49-F238E27FC236}">
                <a16:creationId xmlns:a16="http://schemas.microsoft.com/office/drawing/2014/main" id="{49217365-6A31-E450-C7B5-D52BE6443FF3}"/>
              </a:ext>
            </a:extLst>
          </p:cNvPr>
          <p:cNvSpPr txBox="1"/>
          <p:nvPr/>
        </p:nvSpPr>
        <p:spPr>
          <a:xfrm>
            <a:off x="3694672" y="3924300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#011431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25C8E4C-F588-2326-9737-7FD426512355}"/>
              </a:ext>
            </a:extLst>
          </p:cNvPr>
          <p:cNvSpPr/>
          <p:nvPr/>
        </p:nvSpPr>
        <p:spPr>
          <a:xfrm>
            <a:off x="2283931" y="4175454"/>
            <a:ext cx="1263979" cy="321564"/>
          </a:xfrm>
          <a:prstGeom prst="rect">
            <a:avLst/>
          </a:prstGeom>
          <a:solidFill>
            <a:srgbClr val="0065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8F8397-09CF-F64D-ED14-DCE066762530}"/>
              </a:ext>
            </a:extLst>
          </p:cNvPr>
          <p:cNvSpPr/>
          <p:nvPr/>
        </p:nvSpPr>
        <p:spPr>
          <a:xfrm>
            <a:off x="2289461" y="4554485"/>
            <a:ext cx="1263979" cy="321564"/>
          </a:xfrm>
          <a:prstGeom prst="rect">
            <a:avLst/>
          </a:prstGeom>
          <a:solidFill>
            <a:srgbClr val="009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5904FE-161B-D8F6-2798-F6658857A161}"/>
              </a:ext>
            </a:extLst>
          </p:cNvPr>
          <p:cNvSpPr/>
          <p:nvPr/>
        </p:nvSpPr>
        <p:spPr>
          <a:xfrm>
            <a:off x="2289461" y="4923869"/>
            <a:ext cx="1263979" cy="321564"/>
          </a:xfrm>
          <a:prstGeom prst="rect">
            <a:avLst/>
          </a:prstGeom>
          <a:solidFill>
            <a:srgbClr val="00BC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B15B52-2B8A-D790-4214-F4837076EF26}"/>
              </a:ext>
            </a:extLst>
          </p:cNvPr>
          <p:cNvSpPr/>
          <p:nvPr/>
        </p:nvSpPr>
        <p:spPr>
          <a:xfrm>
            <a:off x="2277479" y="5290880"/>
            <a:ext cx="1263979" cy="321564"/>
          </a:xfrm>
          <a:prstGeom prst="rect">
            <a:avLst/>
          </a:prstGeom>
          <a:solidFill>
            <a:srgbClr val="02E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F6F3D1-2E99-38E5-1B73-A5CE579D3640}"/>
              </a:ext>
            </a:extLst>
          </p:cNvPr>
          <p:cNvSpPr/>
          <p:nvPr/>
        </p:nvSpPr>
        <p:spPr>
          <a:xfrm>
            <a:off x="2283009" y="5669912"/>
            <a:ext cx="1263979" cy="321564"/>
          </a:xfrm>
          <a:prstGeom prst="rect">
            <a:avLst/>
          </a:prstGeom>
          <a:solidFill>
            <a:srgbClr val="959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93226D5-78E0-A752-DA60-BE26114F016D}"/>
              </a:ext>
            </a:extLst>
          </p:cNvPr>
          <p:cNvSpPr/>
          <p:nvPr/>
        </p:nvSpPr>
        <p:spPr>
          <a:xfrm>
            <a:off x="2283009" y="6039296"/>
            <a:ext cx="1263979" cy="3215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678C8C9-4FF4-9839-798F-C31BF48A09A9}"/>
              </a:ext>
            </a:extLst>
          </p:cNvPr>
          <p:cNvSpPr/>
          <p:nvPr/>
        </p:nvSpPr>
        <p:spPr>
          <a:xfrm>
            <a:off x="2286000" y="3810000"/>
            <a:ext cx="1263979" cy="321564"/>
          </a:xfrm>
          <a:prstGeom prst="rect">
            <a:avLst/>
          </a:prstGeom>
          <a:solidFill>
            <a:srgbClr val="0114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96" dirty="0"/>
          </a:p>
        </p:txBody>
      </p:sp>
      <p:sp>
        <p:nvSpPr>
          <p:cNvPr id="48" name="TextBox 43">
            <a:extLst>
              <a:ext uri="{FF2B5EF4-FFF2-40B4-BE49-F238E27FC236}">
                <a16:creationId xmlns:a16="http://schemas.microsoft.com/office/drawing/2014/main" id="{71C7D854-89B6-F7AA-6876-D86D63632D8D}"/>
              </a:ext>
            </a:extLst>
          </p:cNvPr>
          <p:cNvSpPr txBox="1"/>
          <p:nvPr/>
        </p:nvSpPr>
        <p:spPr>
          <a:xfrm>
            <a:off x="3694672" y="4283336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#0065AC</a:t>
            </a:r>
          </a:p>
        </p:txBody>
      </p:sp>
      <p:sp>
        <p:nvSpPr>
          <p:cNvPr id="49" name="TextBox 43">
            <a:extLst>
              <a:ext uri="{FF2B5EF4-FFF2-40B4-BE49-F238E27FC236}">
                <a16:creationId xmlns:a16="http://schemas.microsoft.com/office/drawing/2014/main" id="{EDEF07F0-3385-4294-3A71-B75697840475}"/>
              </a:ext>
            </a:extLst>
          </p:cNvPr>
          <p:cNvSpPr txBox="1"/>
          <p:nvPr/>
        </p:nvSpPr>
        <p:spPr>
          <a:xfrm>
            <a:off x="3693751" y="4662367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#0091C2</a:t>
            </a:r>
          </a:p>
        </p:txBody>
      </p:sp>
      <p:sp>
        <p:nvSpPr>
          <p:cNvPr id="50" name="TextBox 43">
            <a:extLst>
              <a:ext uri="{FF2B5EF4-FFF2-40B4-BE49-F238E27FC236}">
                <a16:creationId xmlns:a16="http://schemas.microsoft.com/office/drawing/2014/main" id="{763E1178-EF9A-7A10-3891-5D92528BD6B3}"/>
              </a:ext>
            </a:extLst>
          </p:cNvPr>
          <p:cNvSpPr txBox="1"/>
          <p:nvPr/>
        </p:nvSpPr>
        <p:spPr>
          <a:xfrm>
            <a:off x="3681767" y="5031751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#00BCC7</a:t>
            </a:r>
          </a:p>
        </p:txBody>
      </p:sp>
      <p:sp>
        <p:nvSpPr>
          <p:cNvPr id="51" name="TextBox 43">
            <a:extLst>
              <a:ext uri="{FF2B5EF4-FFF2-40B4-BE49-F238E27FC236}">
                <a16:creationId xmlns:a16="http://schemas.microsoft.com/office/drawing/2014/main" id="{C1C16E33-2FF4-F4CF-39EB-12B08AB2EBBE}"/>
              </a:ext>
            </a:extLst>
          </p:cNvPr>
          <p:cNvSpPr txBox="1"/>
          <p:nvPr/>
        </p:nvSpPr>
        <p:spPr>
          <a:xfrm>
            <a:off x="3693751" y="5398763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#02E5C2</a:t>
            </a:r>
          </a:p>
        </p:txBody>
      </p:sp>
      <p:sp>
        <p:nvSpPr>
          <p:cNvPr id="52" name="TextBox 43">
            <a:extLst>
              <a:ext uri="{FF2B5EF4-FFF2-40B4-BE49-F238E27FC236}">
                <a16:creationId xmlns:a16="http://schemas.microsoft.com/office/drawing/2014/main" id="{88DC4B7E-9FDD-85C3-9AD3-2DA89432DD7F}"/>
              </a:ext>
            </a:extLst>
          </p:cNvPr>
          <p:cNvSpPr txBox="1"/>
          <p:nvPr/>
        </p:nvSpPr>
        <p:spPr>
          <a:xfrm>
            <a:off x="3675315" y="5769818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#959FAC</a:t>
            </a:r>
          </a:p>
        </p:txBody>
      </p:sp>
      <p:sp>
        <p:nvSpPr>
          <p:cNvPr id="53" name="TextBox 43">
            <a:extLst>
              <a:ext uri="{FF2B5EF4-FFF2-40B4-BE49-F238E27FC236}">
                <a16:creationId xmlns:a16="http://schemas.microsoft.com/office/drawing/2014/main" id="{F4EE8271-BC08-2449-6D03-9609866FB70D}"/>
              </a:ext>
            </a:extLst>
          </p:cNvPr>
          <p:cNvSpPr txBox="1"/>
          <p:nvPr/>
        </p:nvSpPr>
        <p:spPr>
          <a:xfrm>
            <a:off x="3690063" y="6135159"/>
            <a:ext cx="771525" cy="109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7"/>
              </a:lnSpc>
            </a:pPr>
            <a:r>
              <a:rPr lang="en-US" sz="675" dirty="0">
                <a:solidFill>
                  <a:srgbClr val="232932"/>
                </a:solidFill>
                <a:latin typeface="RF Dewi 2 Ultra-Bold"/>
              </a:rPr>
              <a:t>#EEEEEE</a:t>
            </a:r>
          </a:p>
        </p:txBody>
      </p:sp>
    </p:spTree>
    <p:extLst>
      <p:ext uri="{BB962C8B-B14F-4D97-AF65-F5344CB8AC3E}">
        <p14:creationId xmlns:p14="http://schemas.microsoft.com/office/powerpoint/2010/main" val="185755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3A68-55CB-76CE-F5C5-45D9C7B1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1047A657-5A96-86D5-3C43-C2CB746A0694}"/>
              </a:ext>
            </a:extLst>
          </p:cNvPr>
          <p:cNvSpPr/>
          <p:nvPr/>
        </p:nvSpPr>
        <p:spPr>
          <a:xfrm>
            <a:off x="2848707" y="2579077"/>
            <a:ext cx="4445196" cy="4853354"/>
          </a:xfrm>
          <a:custGeom>
            <a:avLst/>
            <a:gdLst/>
            <a:ahLst/>
            <a:cxnLst/>
            <a:rect l="l" t="t" r="r" b="b"/>
            <a:pathLst>
              <a:path w="11853854" h="12018248">
                <a:moveTo>
                  <a:pt x="0" y="0"/>
                </a:moveTo>
                <a:lnTo>
                  <a:pt x="11853854" y="0"/>
                </a:lnTo>
                <a:lnTo>
                  <a:pt x="11853854" y="12018248"/>
                </a:lnTo>
                <a:lnTo>
                  <a:pt x="0" y="1201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-10118" t="-18591" r="-10118"/>
            </a:stretch>
          </a:blipFill>
        </p:spPr>
        <p:txBody>
          <a:bodyPr/>
          <a:lstStyle/>
          <a:p>
            <a:endParaRPr lang="pt-BR" sz="396"/>
          </a:p>
        </p:txBody>
      </p:sp>
    </p:spTree>
    <p:extLst>
      <p:ext uri="{BB962C8B-B14F-4D97-AF65-F5344CB8AC3E}">
        <p14:creationId xmlns:p14="http://schemas.microsoft.com/office/powerpoint/2010/main" val="408742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68E0-76DD-2DE1-FC0A-F9670D61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05DBC4B5-7DFF-7AFB-C32A-8A5AD65095ED}"/>
              </a:ext>
            </a:extLst>
          </p:cNvPr>
          <p:cNvGrpSpPr/>
          <p:nvPr/>
        </p:nvGrpSpPr>
        <p:grpSpPr>
          <a:xfrm>
            <a:off x="28575" y="6667500"/>
            <a:ext cx="6800850" cy="28575"/>
            <a:chOff x="0" y="0"/>
            <a:chExt cx="4660503" cy="192394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E43C876-3B5A-0A62-4E48-33892E75A154}"/>
                </a:ext>
              </a:extLst>
            </p:cNvPr>
            <p:cNvGrpSpPr/>
            <p:nvPr/>
          </p:nvGrpSpPr>
          <p:grpSpPr>
            <a:xfrm>
              <a:off x="874273" y="0"/>
              <a:ext cx="3786230" cy="192394"/>
              <a:chOff x="0" y="0"/>
              <a:chExt cx="530928" cy="26979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B06094B-D37C-72C3-21BB-AEA5D4CFC4C5}"/>
                  </a:ext>
                </a:extLst>
              </p:cNvPr>
              <p:cNvSpPr/>
              <p:nvPr/>
            </p:nvSpPr>
            <p:spPr>
              <a:xfrm>
                <a:off x="0" y="0"/>
                <a:ext cx="530928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530928" h="26979">
                    <a:moveTo>
                      <a:pt x="0" y="0"/>
                    </a:moveTo>
                    <a:lnTo>
                      <a:pt x="530928" y="0"/>
                    </a:lnTo>
                    <a:lnTo>
                      <a:pt x="530928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3777EC6A-89E5-CA31-87D8-27C44EB77CF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0928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999354F4-562E-6C67-5EF6-97569D3B42D0}"/>
                </a:ext>
              </a:extLst>
            </p:cNvPr>
            <p:cNvGrpSpPr/>
            <p:nvPr/>
          </p:nvGrpSpPr>
          <p:grpSpPr>
            <a:xfrm>
              <a:off x="568180" y="0"/>
              <a:ext cx="136207" cy="192394"/>
              <a:chOff x="0" y="0"/>
              <a:chExt cx="19100" cy="26979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85D85F35-58B7-76A9-D5D3-2EC042850089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6FF2BA08-8610-AA75-0C6B-23C83DB0078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1E48E46-2F2E-981A-D87C-CD08CF22F8A4}"/>
                </a:ext>
              </a:extLst>
            </p:cNvPr>
            <p:cNvGrpSpPr/>
            <p:nvPr/>
          </p:nvGrpSpPr>
          <p:grpSpPr>
            <a:xfrm>
              <a:off x="379754" y="0"/>
              <a:ext cx="136207" cy="192394"/>
              <a:chOff x="0" y="0"/>
              <a:chExt cx="19100" cy="26979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DB65AA22-D5BE-4B77-F290-580BC6A23093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25A0622C-E233-C72E-5CE5-EC46F8E294C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F8F7659C-426C-3B77-F2AC-15555A61432B}"/>
                </a:ext>
              </a:extLst>
            </p:cNvPr>
            <p:cNvGrpSpPr/>
            <p:nvPr/>
          </p:nvGrpSpPr>
          <p:grpSpPr>
            <a:xfrm>
              <a:off x="189877" y="0"/>
              <a:ext cx="136207" cy="192394"/>
              <a:chOff x="0" y="0"/>
              <a:chExt cx="19100" cy="26979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49AB996D-122C-D6E0-A84D-08835804A591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78554AD-655D-3ECC-5886-78C8F7B890D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C90DC34D-EBED-0E26-3AA2-402F2571718C}"/>
                </a:ext>
              </a:extLst>
            </p:cNvPr>
            <p:cNvGrpSpPr/>
            <p:nvPr/>
          </p:nvGrpSpPr>
          <p:grpSpPr>
            <a:xfrm>
              <a:off x="0" y="0"/>
              <a:ext cx="136207" cy="192394"/>
              <a:chOff x="0" y="0"/>
              <a:chExt cx="19100" cy="26979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B1B334E0-6112-CDFB-AECF-311A632589E6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46192B3-66A8-D89A-924A-5A777E040C0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378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753225"/>
            <a:ext cx="7122473" cy="128588"/>
            <a:chOff x="0" y="0"/>
            <a:chExt cx="237827641" cy="112441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827641" cy="11244141"/>
            </a:xfrm>
            <a:custGeom>
              <a:avLst/>
              <a:gdLst/>
              <a:ahLst/>
              <a:cxnLst/>
              <a:rect l="l" t="t" r="r" b="b"/>
              <a:pathLst>
                <a:path w="237827641" h="11244141">
                  <a:moveTo>
                    <a:pt x="237703171" y="11244140"/>
                  </a:moveTo>
                  <a:lnTo>
                    <a:pt x="124460" y="11244140"/>
                  </a:lnTo>
                  <a:cubicBezTo>
                    <a:pt x="55880" y="11244140"/>
                    <a:pt x="0" y="11188260"/>
                    <a:pt x="0" y="111196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7703171" y="0"/>
                  </a:lnTo>
                  <a:cubicBezTo>
                    <a:pt x="237771756" y="0"/>
                    <a:pt x="237827641" y="55880"/>
                    <a:pt x="237827641" y="124460"/>
                  </a:cubicBezTo>
                  <a:lnTo>
                    <a:pt x="237827641" y="11119680"/>
                  </a:lnTo>
                  <a:cubicBezTo>
                    <a:pt x="237827641" y="11188260"/>
                    <a:pt x="237771756" y="11244141"/>
                    <a:pt x="237703171" y="11244141"/>
                  </a:cubicBezTo>
                  <a:close/>
                </a:path>
              </a:pathLst>
            </a:custGeom>
            <a:solidFill>
              <a:srgbClr val="011431"/>
            </a:solidFill>
          </p:spPr>
          <p:txBody>
            <a:bodyPr/>
            <a:lstStyle/>
            <a:p>
              <a:endParaRPr lang="pt-BR" sz="396" u="sng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05B8-86AB-04C4-CEB8-A6068370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9A5DC9-E3E6-5CBE-D326-3C7F87788AE7}"/>
              </a:ext>
            </a:extLst>
          </p:cNvPr>
          <p:cNvGrpSpPr/>
          <p:nvPr/>
        </p:nvGrpSpPr>
        <p:grpSpPr>
          <a:xfrm>
            <a:off x="1" y="9829800"/>
            <a:ext cx="6858000" cy="76200"/>
            <a:chOff x="0" y="0"/>
            <a:chExt cx="237827641" cy="112441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390680-FB4D-2291-54EF-9DEB9577963F}"/>
                </a:ext>
              </a:extLst>
            </p:cNvPr>
            <p:cNvSpPr/>
            <p:nvPr/>
          </p:nvSpPr>
          <p:spPr>
            <a:xfrm>
              <a:off x="0" y="0"/>
              <a:ext cx="237827641" cy="11244141"/>
            </a:xfrm>
            <a:custGeom>
              <a:avLst/>
              <a:gdLst/>
              <a:ahLst/>
              <a:cxnLst/>
              <a:rect l="l" t="t" r="r" b="b"/>
              <a:pathLst>
                <a:path w="237827641" h="11244141">
                  <a:moveTo>
                    <a:pt x="237703171" y="11244140"/>
                  </a:moveTo>
                  <a:lnTo>
                    <a:pt x="124460" y="11244140"/>
                  </a:lnTo>
                  <a:cubicBezTo>
                    <a:pt x="55880" y="11244140"/>
                    <a:pt x="0" y="11188260"/>
                    <a:pt x="0" y="111196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7703171" y="0"/>
                  </a:lnTo>
                  <a:cubicBezTo>
                    <a:pt x="237771756" y="0"/>
                    <a:pt x="237827641" y="55880"/>
                    <a:pt x="237827641" y="124460"/>
                  </a:cubicBezTo>
                  <a:lnTo>
                    <a:pt x="237827641" y="11119680"/>
                  </a:lnTo>
                  <a:cubicBezTo>
                    <a:pt x="237827641" y="11188260"/>
                    <a:pt x="237771756" y="11244141"/>
                    <a:pt x="237703171" y="11244141"/>
                  </a:cubicBezTo>
                  <a:close/>
                </a:path>
              </a:pathLst>
            </a:custGeom>
            <a:solidFill>
              <a:srgbClr val="011431"/>
            </a:solidFill>
          </p:spPr>
          <p:txBody>
            <a:bodyPr/>
            <a:lstStyle/>
            <a:p>
              <a:endParaRPr lang="pt-BR" sz="396" u="sng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48636C3F-BF12-57D9-07DD-CDEB14300E5E}"/>
              </a:ext>
            </a:extLst>
          </p:cNvPr>
          <p:cNvSpPr/>
          <p:nvPr/>
        </p:nvSpPr>
        <p:spPr>
          <a:xfrm>
            <a:off x="2438400" y="-60960"/>
            <a:ext cx="5029200" cy="10119360"/>
          </a:xfrm>
          <a:custGeom>
            <a:avLst/>
            <a:gdLst/>
            <a:ahLst/>
            <a:cxnLst/>
            <a:rect l="l" t="t" r="r" b="b"/>
            <a:pathLst>
              <a:path w="11853854" h="12018248">
                <a:moveTo>
                  <a:pt x="0" y="0"/>
                </a:moveTo>
                <a:lnTo>
                  <a:pt x="11853854" y="0"/>
                </a:lnTo>
                <a:lnTo>
                  <a:pt x="11853854" y="12018248"/>
                </a:lnTo>
                <a:lnTo>
                  <a:pt x="0" y="1201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-10118" t="-18591" r="-10118"/>
            </a:stretch>
          </a:blipFill>
        </p:spPr>
        <p:txBody>
          <a:bodyPr/>
          <a:lstStyle/>
          <a:p>
            <a:endParaRPr lang="pt-BR" sz="396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5765D8DB-60EE-CE64-F8D7-4E0D40E352BD}"/>
              </a:ext>
            </a:extLst>
          </p:cNvPr>
          <p:cNvGrpSpPr/>
          <p:nvPr/>
        </p:nvGrpSpPr>
        <p:grpSpPr>
          <a:xfrm>
            <a:off x="0" y="9767889"/>
            <a:ext cx="6858000" cy="45719"/>
            <a:chOff x="0" y="0"/>
            <a:chExt cx="4660503" cy="192394"/>
          </a:xfrm>
        </p:grpSpPr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4DF110BD-01AD-139D-48D2-C4B20E8AF214}"/>
                </a:ext>
              </a:extLst>
            </p:cNvPr>
            <p:cNvGrpSpPr/>
            <p:nvPr/>
          </p:nvGrpSpPr>
          <p:grpSpPr>
            <a:xfrm>
              <a:off x="874273" y="0"/>
              <a:ext cx="3786230" cy="192394"/>
              <a:chOff x="0" y="0"/>
              <a:chExt cx="530928" cy="26979"/>
            </a:xfrm>
          </p:grpSpPr>
          <p:sp>
            <p:nvSpPr>
              <p:cNvPr id="19" name="Freeform 8">
                <a:extLst>
                  <a:ext uri="{FF2B5EF4-FFF2-40B4-BE49-F238E27FC236}">
                    <a16:creationId xmlns:a16="http://schemas.microsoft.com/office/drawing/2014/main" id="{0A347421-14F9-CF70-0DDB-FB8BA0A64408}"/>
                  </a:ext>
                </a:extLst>
              </p:cNvPr>
              <p:cNvSpPr/>
              <p:nvPr/>
            </p:nvSpPr>
            <p:spPr>
              <a:xfrm>
                <a:off x="0" y="0"/>
                <a:ext cx="530928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530928" h="26979">
                    <a:moveTo>
                      <a:pt x="0" y="0"/>
                    </a:moveTo>
                    <a:lnTo>
                      <a:pt x="530928" y="0"/>
                    </a:lnTo>
                    <a:lnTo>
                      <a:pt x="530928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20" name="TextBox 9">
                <a:extLst>
                  <a:ext uri="{FF2B5EF4-FFF2-40B4-BE49-F238E27FC236}">
                    <a16:creationId xmlns:a16="http://schemas.microsoft.com/office/drawing/2014/main" id="{DB259DE6-CDD2-DFB7-C3EA-5E58F772462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0928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261C5EF9-E497-2626-43C5-299E5CF93B33}"/>
                </a:ext>
              </a:extLst>
            </p:cNvPr>
            <p:cNvGrpSpPr/>
            <p:nvPr/>
          </p:nvGrpSpPr>
          <p:grpSpPr>
            <a:xfrm>
              <a:off x="568180" y="0"/>
              <a:ext cx="136207" cy="192394"/>
              <a:chOff x="0" y="0"/>
              <a:chExt cx="19100" cy="26979"/>
            </a:xfrm>
          </p:grpSpPr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877FB02E-1CFC-1ED6-14DD-5E374C0498E8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8" name="TextBox 12">
                <a:extLst>
                  <a:ext uri="{FF2B5EF4-FFF2-40B4-BE49-F238E27FC236}">
                    <a16:creationId xmlns:a16="http://schemas.microsoft.com/office/drawing/2014/main" id="{10A074F7-56FD-5B9E-D3E4-17047445C6A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63032B35-7FB3-283D-EAF4-52A509D38473}"/>
                </a:ext>
              </a:extLst>
            </p:cNvPr>
            <p:cNvGrpSpPr/>
            <p:nvPr/>
          </p:nvGrpSpPr>
          <p:grpSpPr>
            <a:xfrm>
              <a:off x="379754" y="0"/>
              <a:ext cx="136207" cy="192394"/>
              <a:chOff x="0" y="0"/>
              <a:chExt cx="19100" cy="26979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0DD68CFC-80DC-0648-51FD-68660AC5279F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DA5F40-34C1-D0B5-4A6F-E9FA7A99819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9" name="Group 16">
              <a:extLst>
                <a:ext uri="{FF2B5EF4-FFF2-40B4-BE49-F238E27FC236}">
                  <a16:creationId xmlns:a16="http://schemas.microsoft.com/office/drawing/2014/main" id="{97EF18C6-3DB9-719F-6ED0-2AB37C6A587C}"/>
                </a:ext>
              </a:extLst>
            </p:cNvPr>
            <p:cNvGrpSpPr/>
            <p:nvPr/>
          </p:nvGrpSpPr>
          <p:grpSpPr>
            <a:xfrm>
              <a:off x="189877" y="0"/>
              <a:ext cx="136207" cy="192394"/>
              <a:chOff x="0" y="0"/>
              <a:chExt cx="19100" cy="26979"/>
            </a:xfrm>
          </p:grpSpPr>
          <p:sp>
            <p:nvSpPr>
              <p:cNvPr id="13" name="Freeform 17">
                <a:extLst>
                  <a:ext uri="{FF2B5EF4-FFF2-40B4-BE49-F238E27FC236}">
                    <a16:creationId xmlns:a16="http://schemas.microsoft.com/office/drawing/2014/main" id="{1199C381-2C5F-E75C-C601-466E9D1F00B8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4" name="TextBox 18">
                <a:extLst>
                  <a:ext uri="{FF2B5EF4-FFF2-40B4-BE49-F238E27FC236}">
                    <a16:creationId xmlns:a16="http://schemas.microsoft.com/office/drawing/2014/main" id="{6AD975B4-8886-9725-9992-EAA0A48856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0" name="Group 19">
              <a:extLst>
                <a:ext uri="{FF2B5EF4-FFF2-40B4-BE49-F238E27FC236}">
                  <a16:creationId xmlns:a16="http://schemas.microsoft.com/office/drawing/2014/main" id="{C3C19B10-341E-D79C-68A2-A5D5F4BCBE52}"/>
                </a:ext>
              </a:extLst>
            </p:cNvPr>
            <p:cNvGrpSpPr/>
            <p:nvPr/>
          </p:nvGrpSpPr>
          <p:grpSpPr>
            <a:xfrm>
              <a:off x="0" y="0"/>
              <a:ext cx="136207" cy="192394"/>
              <a:chOff x="0" y="0"/>
              <a:chExt cx="19100" cy="26979"/>
            </a:xfrm>
          </p:grpSpPr>
          <p:sp>
            <p:nvSpPr>
              <p:cNvPr id="11" name="Freeform 20">
                <a:extLst>
                  <a:ext uri="{FF2B5EF4-FFF2-40B4-BE49-F238E27FC236}">
                    <a16:creationId xmlns:a16="http://schemas.microsoft.com/office/drawing/2014/main" id="{95ED53FC-1D4B-A003-61E1-AD6B75730E80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2" name="TextBox 21">
                <a:extLst>
                  <a:ext uri="{FF2B5EF4-FFF2-40B4-BE49-F238E27FC236}">
                    <a16:creationId xmlns:a16="http://schemas.microsoft.com/office/drawing/2014/main" id="{67AF6F45-9364-22A7-8B45-3BA087F70FC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</p:grpSp>
      <p:sp>
        <p:nvSpPr>
          <p:cNvPr id="21" name="Freeform 6">
            <a:extLst>
              <a:ext uri="{FF2B5EF4-FFF2-40B4-BE49-F238E27FC236}">
                <a16:creationId xmlns:a16="http://schemas.microsoft.com/office/drawing/2014/main" id="{0E2859EA-D498-7C18-27C9-9C4C5E187473}"/>
              </a:ext>
            </a:extLst>
          </p:cNvPr>
          <p:cNvSpPr/>
          <p:nvPr/>
        </p:nvSpPr>
        <p:spPr>
          <a:xfrm>
            <a:off x="6009071" y="9372600"/>
            <a:ext cx="839404" cy="385201"/>
          </a:xfrm>
          <a:custGeom>
            <a:avLst/>
            <a:gdLst/>
            <a:ahLst/>
            <a:cxnLst/>
            <a:rect l="l" t="t" r="r" b="b"/>
            <a:pathLst>
              <a:path w="2238410" h="1027201">
                <a:moveTo>
                  <a:pt x="0" y="0"/>
                </a:moveTo>
                <a:lnTo>
                  <a:pt x="2238410" y="0"/>
                </a:lnTo>
                <a:lnTo>
                  <a:pt x="2238410" y="1027202"/>
                </a:lnTo>
                <a:lnTo>
                  <a:pt x="0" y="1027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92" t="-19373" r="-11792" b="-19373"/>
            </a:stretch>
          </a:blipFill>
        </p:spPr>
        <p:txBody>
          <a:bodyPr/>
          <a:lstStyle/>
          <a:p>
            <a:endParaRPr lang="pt-BR" sz="396" dirty="0"/>
          </a:p>
        </p:txBody>
      </p:sp>
      <p:sp>
        <p:nvSpPr>
          <p:cNvPr id="22" name="Freeform 46">
            <a:extLst>
              <a:ext uri="{FF2B5EF4-FFF2-40B4-BE49-F238E27FC236}">
                <a16:creationId xmlns:a16="http://schemas.microsoft.com/office/drawing/2014/main" id="{3E90CF8D-9579-97C3-B56C-F55171BA7B00}"/>
              </a:ext>
            </a:extLst>
          </p:cNvPr>
          <p:cNvSpPr/>
          <p:nvPr/>
        </p:nvSpPr>
        <p:spPr>
          <a:xfrm>
            <a:off x="0" y="29308"/>
            <a:ext cx="668138" cy="306606"/>
          </a:xfrm>
          <a:custGeom>
            <a:avLst/>
            <a:gdLst/>
            <a:ahLst/>
            <a:cxnLst/>
            <a:rect l="l" t="t" r="r" b="b"/>
            <a:pathLst>
              <a:path w="1781700" h="817618">
                <a:moveTo>
                  <a:pt x="0" y="0"/>
                </a:moveTo>
                <a:lnTo>
                  <a:pt x="1781699" y="0"/>
                </a:lnTo>
                <a:lnTo>
                  <a:pt x="1781699" y="817618"/>
                </a:lnTo>
                <a:lnTo>
                  <a:pt x="0" y="817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12" b="-6112"/>
            </a:stretch>
          </a:blipFill>
        </p:spPr>
        <p:txBody>
          <a:bodyPr/>
          <a:lstStyle/>
          <a:p>
            <a:endParaRPr lang="pt-BR" sz="396"/>
          </a:p>
        </p:txBody>
      </p:sp>
    </p:spTree>
    <p:extLst>
      <p:ext uri="{BB962C8B-B14F-4D97-AF65-F5344CB8AC3E}">
        <p14:creationId xmlns:p14="http://schemas.microsoft.com/office/powerpoint/2010/main" val="1131725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D361-18F9-2547-B84F-60F600157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805108-0305-91EF-B09E-B95BE2F75FF0}"/>
              </a:ext>
            </a:extLst>
          </p:cNvPr>
          <p:cNvGrpSpPr/>
          <p:nvPr/>
        </p:nvGrpSpPr>
        <p:grpSpPr>
          <a:xfrm>
            <a:off x="0" y="6545073"/>
            <a:ext cx="7122473" cy="336740"/>
            <a:chOff x="0" y="0"/>
            <a:chExt cx="237827641" cy="112441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30477CE-7CC8-0175-4584-F7FFBFD10C2B}"/>
                </a:ext>
              </a:extLst>
            </p:cNvPr>
            <p:cNvSpPr/>
            <p:nvPr/>
          </p:nvSpPr>
          <p:spPr>
            <a:xfrm>
              <a:off x="0" y="0"/>
              <a:ext cx="237827641" cy="11244141"/>
            </a:xfrm>
            <a:custGeom>
              <a:avLst/>
              <a:gdLst/>
              <a:ahLst/>
              <a:cxnLst/>
              <a:rect l="l" t="t" r="r" b="b"/>
              <a:pathLst>
                <a:path w="237827641" h="11244141">
                  <a:moveTo>
                    <a:pt x="237703171" y="11244140"/>
                  </a:moveTo>
                  <a:lnTo>
                    <a:pt x="124460" y="11244140"/>
                  </a:lnTo>
                  <a:cubicBezTo>
                    <a:pt x="55880" y="11244140"/>
                    <a:pt x="0" y="11188260"/>
                    <a:pt x="0" y="111196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7703171" y="0"/>
                  </a:lnTo>
                  <a:cubicBezTo>
                    <a:pt x="237771756" y="0"/>
                    <a:pt x="237827641" y="55880"/>
                    <a:pt x="237827641" y="124460"/>
                  </a:cubicBezTo>
                  <a:lnTo>
                    <a:pt x="237827641" y="11119680"/>
                  </a:lnTo>
                  <a:cubicBezTo>
                    <a:pt x="237827641" y="11188260"/>
                    <a:pt x="237771756" y="11244141"/>
                    <a:pt x="237703171" y="11244141"/>
                  </a:cubicBezTo>
                  <a:close/>
                </a:path>
              </a:pathLst>
            </a:custGeom>
            <a:solidFill>
              <a:srgbClr val="011431"/>
            </a:solidFill>
          </p:spPr>
          <p:txBody>
            <a:bodyPr/>
            <a:lstStyle/>
            <a:p>
              <a:endParaRPr lang="pt-BR" sz="396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6233C03-3317-57C7-EBDD-4F3F6809C0E3}"/>
              </a:ext>
            </a:extLst>
          </p:cNvPr>
          <p:cNvSpPr/>
          <p:nvPr/>
        </p:nvSpPr>
        <p:spPr>
          <a:xfrm>
            <a:off x="3145595" y="2533190"/>
            <a:ext cx="4445196" cy="4506843"/>
          </a:xfrm>
          <a:custGeom>
            <a:avLst/>
            <a:gdLst/>
            <a:ahLst/>
            <a:cxnLst/>
            <a:rect l="l" t="t" r="r" b="b"/>
            <a:pathLst>
              <a:path w="11853854" h="12018248">
                <a:moveTo>
                  <a:pt x="0" y="0"/>
                </a:moveTo>
                <a:lnTo>
                  <a:pt x="11853854" y="0"/>
                </a:lnTo>
                <a:lnTo>
                  <a:pt x="11853854" y="12018248"/>
                </a:lnTo>
                <a:lnTo>
                  <a:pt x="0" y="1201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-10118" t="-18591" r="-10118"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D9616D-76C4-EDDB-C1C6-90B6A4023F63}"/>
              </a:ext>
            </a:extLst>
          </p:cNvPr>
          <p:cNvSpPr txBox="1"/>
          <p:nvPr/>
        </p:nvSpPr>
        <p:spPr>
          <a:xfrm>
            <a:off x="1322232" y="4176056"/>
            <a:ext cx="4213537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10"/>
              </a:lnSpc>
            </a:pPr>
            <a:r>
              <a:rPr lang="en-US" sz="8391" spc="-334">
                <a:solidFill>
                  <a:srgbClr val="8C96A5"/>
                </a:solidFill>
                <a:latin typeface="RF Dewi Expanded"/>
              </a:rPr>
              <a:t>Valeu!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99F3D70-FA0F-22EE-50B1-CAC43771F3E6}"/>
              </a:ext>
            </a:extLst>
          </p:cNvPr>
          <p:cNvGrpSpPr/>
          <p:nvPr/>
        </p:nvGrpSpPr>
        <p:grpSpPr>
          <a:xfrm>
            <a:off x="3904101" y="5230095"/>
            <a:ext cx="1310766" cy="54111"/>
            <a:chOff x="0" y="0"/>
            <a:chExt cx="4660503" cy="192394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853960D-EE6A-42FC-7697-3EAC9A927BE0}"/>
                </a:ext>
              </a:extLst>
            </p:cNvPr>
            <p:cNvGrpSpPr/>
            <p:nvPr/>
          </p:nvGrpSpPr>
          <p:grpSpPr>
            <a:xfrm>
              <a:off x="874273" y="0"/>
              <a:ext cx="3786230" cy="192394"/>
              <a:chOff x="0" y="0"/>
              <a:chExt cx="530928" cy="26979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3A1860D-4439-1494-7604-C2E5073B60A4}"/>
                  </a:ext>
                </a:extLst>
              </p:cNvPr>
              <p:cNvSpPr/>
              <p:nvPr/>
            </p:nvSpPr>
            <p:spPr>
              <a:xfrm>
                <a:off x="0" y="0"/>
                <a:ext cx="530928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530928" h="26979">
                    <a:moveTo>
                      <a:pt x="0" y="0"/>
                    </a:moveTo>
                    <a:lnTo>
                      <a:pt x="530928" y="0"/>
                    </a:lnTo>
                    <a:lnTo>
                      <a:pt x="530928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9173DFAB-8EC8-217B-7DEE-E1CCE1D4216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0928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8C451007-A6D2-0ED1-8705-2A5D92C3D05B}"/>
                </a:ext>
              </a:extLst>
            </p:cNvPr>
            <p:cNvGrpSpPr/>
            <p:nvPr/>
          </p:nvGrpSpPr>
          <p:grpSpPr>
            <a:xfrm>
              <a:off x="568180" y="0"/>
              <a:ext cx="136207" cy="192394"/>
              <a:chOff x="0" y="0"/>
              <a:chExt cx="19100" cy="26979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2C8817EB-922E-BEF7-13B6-0BFD7F107AF3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ED2A98AC-71A1-0CA2-E555-0E78B22D1DE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D3CA4241-6C2F-5926-46DD-010F0A99F11F}"/>
                </a:ext>
              </a:extLst>
            </p:cNvPr>
            <p:cNvGrpSpPr/>
            <p:nvPr/>
          </p:nvGrpSpPr>
          <p:grpSpPr>
            <a:xfrm>
              <a:off x="379754" y="0"/>
              <a:ext cx="136207" cy="192394"/>
              <a:chOff x="0" y="0"/>
              <a:chExt cx="19100" cy="26979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8C812BA-6D41-6E25-6AAE-928B4F6C14DA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4467FFE1-EA27-C5F5-35E0-0477A996C37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75409C7-C98D-4E1B-7546-32C4600937E2}"/>
                </a:ext>
              </a:extLst>
            </p:cNvPr>
            <p:cNvGrpSpPr/>
            <p:nvPr/>
          </p:nvGrpSpPr>
          <p:grpSpPr>
            <a:xfrm>
              <a:off x="189877" y="0"/>
              <a:ext cx="136207" cy="192394"/>
              <a:chOff x="0" y="0"/>
              <a:chExt cx="19100" cy="26979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FA8293F1-18D4-22CE-8F5D-311C3155F9BC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5F065021-A3FB-DF2D-2077-FF4F77740BE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7CB024C-6FF1-B804-F29C-30856A146D2D}"/>
                </a:ext>
              </a:extLst>
            </p:cNvPr>
            <p:cNvGrpSpPr/>
            <p:nvPr/>
          </p:nvGrpSpPr>
          <p:grpSpPr>
            <a:xfrm>
              <a:off x="0" y="0"/>
              <a:ext cx="136207" cy="192394"/>
              <a:chOff x="0" y="0"/>
              <a:chExt cx="19100" cy="26979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9BF08AC6-8E03-B55D-E104-0398CD9087AA}"/>
                  </a:ext>
                </a:extLst>
              </p:cNvPr>
              <p:cNvSpPr/>
              <p:nvPr/>
            </p:nvSpPr>
            <p:spPr>
              <a:xfrm>
                <a:off x="0" y="0"/>
                <a:ext cx="19100" cy="26979"/>
              </a:xfrm>
              <a:custGeom>
                <a:avLst/>
                <a:gdLst/>
                <a:ahLst/>
                <a:cxnLst/>
                <a:rect l="l" t="t" r="r" b="b"/>
                <a:pathLst>
                  <a:path w="19100" h="26979">
                    <a:moveTo>
                      <a:pt x="0" y="0"/>
                    </a:moveTo>
                    <a:lnTo>
                      <a:pt x="19100" y="0"/>
                    </a:lnTo>
                    <a:lnTo>
                      <a:pt x="19100" y="26979"/>
                    </a:lnTo>
                    <a:lnTo>
                      <a:pt x="0" y="26979"/>
                    </a:lnTo>
                    <a:close/>
                  </a:path>
                </a:pathLst>
              </a:custGeom>
              <a:solidFill>
                <a:srgbClr val="02E5C2"/>
              </a:solidFill>
            </p:spPr>
            <p:txBody>
              <a:bodyPr/>
              <a:lstStyle/>
              <a:p>
                <a:endParaRPr lang="pt-BR" sz="396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5198586B-B437-D46F-775C-E95E9D25C8D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0" cy="74604"/>
              </a:xfrm>
              <a:prstGeom prst="rect">
                <a:avLst/>
              </a:prstGeom>
            </p:spPr>
            <p:txBody>
              <a:bodyPr lIns="22867" tIns="22867" rIns="22867" bIns="22867" rtlCol="0" anchor="ctr"/>
              <a:lstStyle/>
              <a:p>
                <a:pPr algn="ctr">
                  <a:lnSpc>
                    <a:spcPts val="1197"/>
                  </a:lnSpc>
                </a:pPr>
                <a:endParaRPr sz="396"/>
              </a:p>
            </p:txBody>
          </p:sp>
        </p:grp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D601EB66-EF9B-7D76-57A0-2324C7D43515}"/>
              </a:ext>
            </a:extLst>
          </p:cNvPr>
          <p:cNvSpPr/>
          <p:nvPr/>
        </p:nvSpPr>
        <p:spPr>
          <a:xfrm>
            <a:off x="4102032" y="5378879"/>
            <a:ext cx="1112835" cy="468937"/>
          </a:xfrm>
          <a:custGeom>
            <a:avLst/>
            <a:gdLst/>
            <a:ahLst/>
            <a:cxnLst/>
            <a:rect l="l" t="t" r="r" b="b"/>
            <a:pathLst>
              <a:path w="2967559" h="1250499">
                <a:moveTo>
                  <a:pt x="0" y="0"/>
                </a:moveTo>
                <a:lnTo>
                  <a:pt x="2967559" y="0"/>
                </a:lnTo>
                <a:lnTo>
                  <a:pt x="2967559" y="1250499"/>
                </a:lnTo>
                <a:lnTo>
                  <a:pt x="0" y="1250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278" t="-21561" r="-13278" b="-33170"/>
            </a:stretch>
          </a:blipFill>
        </p:spPr>
        <p:txBody>
          <a:bodyPr/>
          <a:lstStyle/>
          <a:p>
            <a:endParaRPr lang="pt-BR" sz="396"/>
          </a:p>
        </p:txBody>
      </p:sp>
    </p:spTree>
    <p:extLst>
      <p:ext uri="{BB962C8B-B14F-4D97-AF65-F5344CB8AC3E}">
        <p14:creationId xmlns:p14="http://schemas.microsoft.com/office/powerpoint/2010/main" val="347966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24188"/>
            <a:ext cx="6858000" cy="385762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20312" r="-20312"/>
            </a:stretch>
          </a:blipFill>
        </p:spPr>
        <p:txBody>
          <a:bodyPr/>
          <a:lstStyle/>
          <a:p>
            <a:endParaRPr lang="pt-BR" sz="396"/>
          </a:p>
        </p:txBody>
      </p:sp>
      <p:grpSp>
        <p:nvGrpSpPr>
          <p:cNvPr id="3" name="Group 3"/>
          <p:cNvGrpSpPr/>
          <p:nvPr/>
        </p:nvGrpSpPr>
        <p:grpSpPr>
          <a:xfrm>
            <a:off x="0" y="4575019"/>
            <a:ext cx="7122473" cy="2306794"/>
            <a:chOff x="0" y="0"/>
            <a:chExt cx="237827641" cy="770265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7827641" cy="77026536"/>
            </a:xfrm>
            <a:custGeom>
              <a:avLst/>
              <a:gdLst/>
              <a:ahLst/>
              <a:cxnLst/>
              <a:rect l="l" t="t" r="r" b="b"/>
              <a:pathLst>
                <a:path w="237827641" h="77026536">
                  <a:moveTo>
                    <a:pt x="237703171" y="77026529"/>
                  </a:moveTo>
                  <a:lnTo>
                    <a:pt x="124460" y="77026529"/>
                  </a:lnTo>
                  <a:cubicBezTo>
                    <a:pt x="55880" y="77026529"/>
                    <a:pt x="0" y="76970651"/>
                    <a:pt x="0" y="769020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7703171" y="0"/>
                  </a:lnTo>
                  <a:cubicBezTo>
                    <a:pt x="237771756" y="0"/>
                    <a:pt x="237827641" y="55880"/>
                    <a:pt x="237827641" y="124460"/>
                  </a:cubicBezTo>
                  <a:lnTo>
                    <a:pt x="237827641" y="76902072"/>
                  </a:lnTo>
                  <a:cubicBezTo>
                    <a:pt x="237827641" y="76970651"/>
                    <a:pt x="237771756" y="77026536"/>
                    <a:pt x="237703171" y="77026536"/>
                  </a:cubicBezTo>
                  <a:close/>
                </a:path>
              </a:pathLst>
            </a:custGeom>
            <a:solidFill>
              <a:srgbClr val="011431"/>
            </a:solidFill>
          </p:spPr>
          <p:txBody>
            <a:bodyPr/>
            <a:lstStyle/>
            <a:p>
              <a:endParaRPr lang="pt-BR" sz="396"/>
            </a:p>
          </p:txBody>
        </p:sp>
      </p:grpSp>
      <p:sp>
        <p:nvSpPr>
          <p:cNvPr id="5" name="Freeform 5"/>
          <p:cNvSpPr/>
          <p:nvPr/>
        </p:nvSpPr>
        <p:spPr>
          <a:xfrm>
            <a:off x="4235139" y="4647145"/>
            <a:ext cx="2162541" cy="2162541"/>
          </a:xfrm>
          <a:custGeom>
            <a:avLst/>
            <a:gdLst/>
            <a:ahLst/>
            <a:cxnLst/>
            <a:rect l="l" t="t" r="r" b="b"/>
            <a:pathLst>
              <a:path w="5766777" h="5766777">
                <a:moveTo>
                  <a:pt x="0" y="0"/>
                </a:moveTo>
                <a:lnTo>
                  <a:pt x="5766777" y="0"/>
                </a:lnTo>
                <a:lnTo>
                  <a:pt x="5766777" y="5766777"/>
                </a:lnTo>
                <a:lnTo>
                  <a:pt x="0" y="5766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6" name="Freeform 6"/>
          <p:cNvSpPr/>
          <p:nvPr/>
        </p:nvSpPr>
        <p:spPr>
          <a:xfrm>
            <a:off x="2186347" y="3247232"/>
            <a:ext cx="1214108" cy="1214108"/>
          </a:xfrm>
          <a:custGeom>
            <a:avLst/>
            <a:gdLst/>
            <a:ahLst/>
            <a:cxnLst/>
            <a:rect l="l" t="t" r="r" b="b"/>
            <a:pathLst>
              <a:path w="3237620" h="3237620">
                <a:moveTo>
                  <a:pt x="0" y="0"/>
                </a:moveTo>
                <a:lnTo>
                  <a:pt x="3237620" y="0"/>
                </a:lnTo>
                <a:lnTo>
                  <a:pt x="3237620" y="3237621"/>
                </a:lnTo>
                <a:lnTo>
                  <a:pt x="0" y="3237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7" name="Freeform 7"/>
          <p:cNvSpPr/>
          <p:nvPr/>
        </p:nvSpPr>
        <p:spPr>
          <a:xfrm>
            <a:off x="2769762" y="4953000"/>
            <a:ext cx="1131001" cy="1685898"/>
          </a:xfrm>
          <a:custGeom>
            <a:avLst/>
            <a:gdLst/>
            <a:ahLst/>
            <a:cxnLst/>
            <a:rect l="l" t="t" r="r" b="b"/>
            <a:pathLst>
              <a:path w="3016002" h="4495728">
                <a:moveTo>
                  <a:pt x="0" y="0"/>
                </a:moveTo>
                <a:lnTo>
                  <a:pt x="3016002" y="0"/>
                </a:lnTo>
                <a:lnTo>
                  <a:pt x="3016002" y="4495728"/>
                </a:lnTo>
                <a:lnTo>
                  <a:pt x="0" y="4495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8" name="Freeform 8"/>
          <p:cNvSpPr/>
          <p:nvPr/>
        </p:nvSpPr>
        <p:spPr>
          <a:xfrm>
            <a:off x="724793" y="5051370"/>
            <a:ext cx="1363060" cy="1354092"/>
          </a:xfrm>
          <a:custGeom>
            <a:avLst/>
            <a:gdLst/>
            <a:ahLst/>
            <a:cxnLst/>
            <a:rect l="l" t="t" r="r" b="b"/>
            <a:pathLst>
              <a:path w="3634826" h="3610913">
                <a:moveTo>
                  <a:pt x="0" y="0"/>
                </a:moveTo>
                <a:lnTo>
                  <a:pt x="3634826" y="0"/>
                </a:lnTo>
                <a:lnTo>
                  <a:pt x="3634826" y="3610913"/>
                </a:lnTo>
                <a:lnTo>
                  <a:pt x="0" y="3610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9" name="Freeform 9"/>
          <p:cNvSpPr/>
          <p:nvPr/>
        </p:nvSpPr>
        <p:spPr>
          <a:xfrm>
            <a:off x="3922702" y="3278787"/>
            <a:ext cx="1158621" cy="1150998"/>
          </a:xfrm>
          <a:custGeom>
            <a:avLst/>
            <a:gdLst/>
            <a:ahLst/>
            <a:cxnLst/>
            <a:rect l="l" t="t" r="r" b="b"/>
            <a:pathLst>
              <a:path w="3089655" h="3069328">
                <a:moveTo>
                  <a:pt x="0" y="0"/>
                </a:moveTo>
                <a:lnTo>
                  <a:pt x="3089654" y="0"/>
                </a:lnTo>
                <a:lnTo>
                  <a:pt x="3089654" y="3069328"/>
                </a:lnTo>
                <a:lnTo>
                  <a:pt x="0" y="30693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10" name="Freeform 10"/>
          <p:cNvSpPr/>
          <p:nvPr/>
        </p:nvSpPr>
        <p:spPr>
          <a:xfrm>
            <a:off x="5603569" y="3206856"/>
            <a:ext cx="868669" cy="1294860"/>
          </a:xfrm>
          <a:custGeom>
            <a:avLst/>
            <a:gdLst/>
            <a:ahLst/>
            <a:cxnLst/>
            <a:rect l="l" t="t" r="r" b="b"/>
            <a:pathLst>
              <a:path w="2316451" h="3452961">
                <a:moveTo>
                  <a:pt x="0" y="0"/>
                </a:moveTo>
                <a:lnTo>
                  <a:pt x="2316451" y="0"/>
                </a:lnTo>
                <a:lnTo>
                  <a:pt x="2316451" y="3452961"/>
                </a:lnTo>
                <a:lnTo>
                  <a:pt x="0" y="3452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 sz="396"/>
          </a:p>
        </p:txBody>
      </p:sp>
      <p:sp>
        <p:nvSpPr>
          <p:cNvPr id="11" name="TextBox 11"/>
          <p:cNvSpPr txBox="1"/>
          <p:nvPr/>
        </p:nvSpPr>
        <p:spPr>
          <a:xfrm>
            <a:off x="183881" y="3427810"/>
            <a:ext cx="2002466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3"/>
              </a:lnSpc>
            </a:pPr>
            <a:r>
              <a:rPr lang="en-US" sz="1863" spc="-74">
                <a:solidFill>
                  <a:srgbClr val="000000"/>
                </a:solidFill>
                <a:latin typeface="RF Dewi Extended"/>
              </a:rPr>
              <a:t>Elementos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EBEFB863CF654C8A435B26D1DFD422" ma:contentTypeVersion="17" ma:contentTypeDescription="Create a new document." ma:contentTypeScope="" ma:versionID="a2575bdbfb741ff4a8e5e16a41d8f129">
  <xsd:schema xmlns:xsd="http://www.w3.org/2001/XMLSchema" xmlns:xs="http://www.w3.org/2001/XMLSchema" xmlns:p="http://schemas.microsoft.com/office/2006/metadata/properties" xmlns:ns2="a30be902-1aa0-4722-80f5-07dd32994908" xmlns:ns3="6ebd9984-e160-44a4-ac28-27bc86512e3d" targetNamespace="http://schemas.microsoft.com/office/2006/metadata/properties" ma:root="true" ma:fieldsID="ac66e6ad5d3e84723b54dff9d5dc6dde" ns2:_="" ns3:_="">
    <xsd:import namespace="a30be902-1aa0-4722-80f5-07dd32994908"/>
    <xsd:import namespace="6ebd9984-e160-44a4-ac28-27bc86512e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0be902-1aa0-4722-80f5-07dd329949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bb34211-d0ff-4cf3-89c5-4a5ca9f259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bd9984-e160-44a4-ac28-27bc86512e3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9b5e8f7-8b63-45e6-acd4-6bd802f7bf3f}" ma:internalName="TaxCatchAll" ma:showField="CatchAllData" ma:web="6ebd9984-e160-44a4-ac28-27bc86512e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0be902-1aa0-4722-80f5-07dd32994908">
      <Terms xmlns="http://schemas.microsoft.com/office/infopath/2007/PartnerControls"/>
    </lcf76f155ced4ddcb4097134ff3c332f>
    <TaxCatchAll xmlns="6ebd9984-e160-44a4-ac28-27bc86512e3d" xsi:nil="true"/>
    <_Flow_SignoffStatus xmlns="a30be902-1aa0-4722-80f5-07dd32994908" xsi:nil="true"/>
  </documentManagement>
</p:properties>
</file>

<file path=customXml/itemProps1.xml><?xml version="1.0" encoding="utf-8"?>
<ds:datastoreItem xmlns:ds="http://schemas.openxmlformats.org/officeDocument/2006/customXml" ds:itemID="{4F313707-912E-4A28-86E3-F2BD355D32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0be902-1aa0-4722-80f5-07dd32994908"/>
    <ds:schemaRef ds:uri="6ebd9984-e160-44a4-ac28-27bc86512e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E6E414-969B-4CF9-997D-737D66D46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6531B8-D9F9-4B76-8B3E-93F43083B5F7}">
  <ds:schemaRefs>
    <ds:schemaRef ds:uri="http://schemas.microsoft.com/office/2006/metadata/properties"/>
    <ds:schemaRef ds:uri="http://schemas.microsoft.com/office/infopath/2007/PartnerControls"/>
    <ds:schemaRef ds:uri="a30be902-1aa0-4722-80f5-07dd32994908"/>
    <ds:schemaRef ds:uri="6ebd9984-e160-44a4-ac28-27bc86512e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24</Words>
  <Application>Microsoft Office PowerPoint</Application>
  <PresentationFormat>Papel A4 (210 x 297 mm)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RF Dewi Extended</vt:lpstr>
      <vt:lpstr>RF Dewi 1</vt:lpstr>
      <vt:lpstr>RF Dewi Expanded</vt:lpstr>
      <vt:lpstr>RF Dewi 2 Ultra-Bold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Padrão PPT - LWSA</dc:title>
  <dc:creator>Emerson Ramos</dc:creator>
  <cp:lastModifiedBy>Emerson Ramos</cp:lastModifiedBy>
  <cp:revision>5</cp:revision>
  <dcterms:created xsi:type="dcterms:W3CDTF">2006-08-16T00:00:00Z</dcterms:created>
  <dcterms:modified xsi:type="dcterms:W3CDTF">2026-03-26T14:06:52Z</dcterms:modified>
  <dc:identifier>DAFyXcoDLWk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0x010100A2EBEFB863CF654C8A435B26D1DFD422</vt:lpwstr>
  </property>
</Properties>
</file>